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3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94FE3-AC0F-47B8-46A7-DD489007F0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32F0BB-49DB-B10F-7F66-1E9E5C29C8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98DF4-2AA8-7B2B-DE5E-60E9D412A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0734D-55F4-42CA-861B-8BAEE6592A38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4271D-87C1-B45D-083E-B5D21A7A9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3A7F8-CF8F-4710-103E-75107F1BA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3E72A-4199-48A5-9E12-96C793CB8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481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FC871-AAA4-558C-3DE0-77A1B2529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0B377-2DA1-9D74-95BE-73801365A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37B5F-493B-2734-BDA5-651112C23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0734D-55F4-42CA-861B-8BAEE6592A38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9691E-2532-6479-C634-2C59BB78A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7308F-DEF1-8435-AB74-3B4B61624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3E72A-4199-48A5-9E12-96C793CB8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006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197E5-0073-6D4C-DECB-C9D411849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CF4F1-9C78-0449-177F-F81EC3729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882BF-58C3-D8A5-2996-B3161AF4A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0734D-55F4-42CA-861B-8BAEE6592A38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62C12-2816-CD91-D48C-AB1B5470F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A2CFE-29B1-9031-A693-1369A95C8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3E72A-4199-48A5-9E12-96C793CB8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463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64F53-93D7-A37B-E3E4-C8B9611CE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37EF2-82ED-4104-2F07-9189D2EDBD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9F07A6-416D-C76D-20D6-851249E85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BD0BB6-75BB-7771-7341-D944A703A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0734D-55F4-42CA-861B-8BAEE6592A38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B35CCF-7BD3-612F-602C-45863367E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0DBE4-B43E-FD6D-EB7C-A1F7C4B2D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3E72A-4199-48A5-9E12-96C793CB8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73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154E2-EB81-B976-F846-82727B9BE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A25A2-3D7B-CA0E-2AB9-3C540316FE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58E01D-7147-1904-DD82-65AB5EBBF5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47C36D-B96F-B404-5C4A-A0312BC22C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09103A-9CF8-732F-4336-9B9A915BA3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3EA3A1-8285-3D89-C66E-55F5B01E5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0734D-55F4-42CA-861B-8BAEE6592A38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B13CD1-8896-29FF-57D4-FB4EAFF40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7D451F-EAEF-5661-80B2-0624BEC7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3E72A-4199-48A5-9E12-96C793CB8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035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981BE-7083-95FF-512C-8E2DB0183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E6BB06-954E-E1AD-A547-2909F7E74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0734D-55F4-42CA-861B-8BAEE6592A38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AEF0E3-BDEB-1857-A753-2AB35B96D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84ABA1-5E4B-BA23-AA5D-540C4545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3E72A-4199-48A5-9E12-96C793CB8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930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ECD866-F29C-B8F2-F792-47C5AD1B5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0734D-55F4-42CA-861B-8BAEE6592A38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28732A-FEF1-B8EF-64BF-181BDD786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BDBBC-95C8-1549-B103-50FCABCEE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3E72A-4199-48A5-9E12-96C793CB8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119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F048D-E3DF-909A-18B3-D9815F982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EC26F-6397-638F-7A46-8363F84A5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CCFF04-3EEF-373E-866D-DD44774BA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9B22DA-F6C4-43C9-F4E7-3E511EDAB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0734D-55F4-42CA-861B-8BAEE6592A38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A344C-77F6-6CBA-C1FD-9707357CC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3958C-213A-5E9D-C242-90E82853B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3E72A-4199-48A5-9E12-96C793CB8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953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040FD-7A8D-6E7F-9BC8-3D097A6F3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C5DE48-82CE-D351-96CD-6CB9E5C6C8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22B6C-7178-1834-142B-DD9DE1B33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1293D-D3AF-AFA8-DF7C-8AB9A7AF6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0734D-55F4-42CA-861B-8BAEE6592A38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3117C-ABE5-F635-B47D-1E43CDAE4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B07A4-0A1F-CA07-6500-B67F65490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3E72A-4199-48A5-9E12-96C793CB8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27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7AF1E-3079-BA90-F7BA-9E08CC5D8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73A345-19A8-2A28-FF69-B6FFA5D77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B2BDE-A34B-0D4A-8A45-D9CA7BA18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0734D-55F4-42CA-861B-8BAEE6592A38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13FD4-55D5-F70B-CF48-1FBF3DCC4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3346D-025E-6E16-F53B-E7B4C0E51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3E72A-4199-48A5-9E12-96C793CB8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165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2CD19A-26DF-0F24-5D68-323898867E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143EC6-16ED-8F31-C875-C8F67E635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68B39-FC74-2447-5393-7F5ACB477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0734D-55F4-42CA-861B-8BAEE6592A38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3A470-C282-3A08-559D-155FCE855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62943-505A-997F-CE30-B82924213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3E72A-4199-48A5-9E12-96C793CB8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247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BB2B26-0BBC-1A38-FB7E-5A88EB820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EA3CC5-E00E-71FB-4385-EA0DB1C06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A419D-1C92-BE18-D5AD-0212F45D1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0734D-55F4-42CA-861B-8BAEE6592A38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6B59C-E412-E895-16FF-A7DAA7EB59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7C262-62A1-142D-9017-A5B2C1A45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B3E72A-4199-48A5-9E12-96C793CB8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710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5F532-73F3-970A-7CE7-FBD9D26B55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1C4F8F-9210-93F6-EBE8-B74DD59B59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416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652BE0-AC16-B05C-934D-A867A1898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983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700D45-986B-76EE-65B6-22ACB0EE3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006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6E745D-5F4F-B594-6640-9AC840C96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485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D86CA1-2BCD-19FF-6CF7-E15AF6AC9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710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CD14AE-29E9-9B10-AF8E-E59AA8882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586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F49DAE-5D9B-A479-9E05-0D560FB92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982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0CC1DC-8D9D-5A60-372F-F22762051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74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C822FB-45BF-E608-7626-8EFC64609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758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631709-6A29-3CF9-020A-98B593D38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625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09DBA0-234F-C26F-0A0D-032E0B878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743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C740D9-4C79-FA92-AAFC-54124B714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8425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0276AB-49D4-8549-02D8-2607ECC72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379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3A15DC-4F55-E3BB-A90C-A44DF27D7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566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117C33-D6BF-C934-3492-84B4DE8C5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774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4E6437-803A-1689-204F-1A9F39B65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139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BF0330-0321-ED76-7564-21A934E3E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330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553F21-906F-4A3F-62CC-D65F47731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013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EE8C0C-0317-A1D0-B82B-4F0943763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092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DE804D-F120-6A09-F0FF-4C39CB9C7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334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7E5C10-70B6-1D24-18C2-3019E98F2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358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3305</TotalTime>
  <Words>0</Words>
  <Application>Microsoft Office PowerPoint</Application>
  <PresentationFormat>Widescreen</PresentationFormat>
  <Paragraphs>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Dixit</dc:creator>
  <cp:lastModifiedBy>Abhishek Dixit</cp:lastModifiedBy>
  <cp:revision>17</cp:revision>
  <dcterms:created xsi:type="dcterms:W3CDTF">2025-09-13T17:02:01Z</dcterms:created>
  <dcterms:modified xsi:type="dcterms:W3CDTF">2025-10-08T14:46:46Z</dcterms:modified>
</cp:coreProperties>
</file>